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0" r:id="rId4"/>
    <p:sldId id="258" r:id="rId5"/>
    <p:sldId id="259" r:id="rId6"/>
    <p:sldId id="260" r:id="rId7"/>
    <p:sldId id="262" r:id="rId8"/>
    <p:sldId id="264" r:id="rId9"/>
    <p:sldId id="267" r:id="rId10"/>
    <p:sldId id="268" r:id="rId11"/>
    <p:sldId id="269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07876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42A5F5">
              <a:alpha val="40000"/>
            </a:srgbClr>
          </a:solidFill>
          <a:ln w="12700">
            <a:solidFill>
              <a:srgbClr val="42A5F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3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— ARQUITECTURA DE SOFTWARE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AeroRescue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Distribuida para Coordinación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Drones de Emergencia en Tiempo Real</a:t>
            </a:r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</a:t>
            </a:r>
            <a:endParaRPr lang="en-US" sz="11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C432F1F4-7991-CA74-B5FF-D5697D1970DF}"/>
              </a:ext>
            </a:extLst>
          </p:cNvPr>
          <p:cNvSpPr/>
          <p:nvPr/>
        </p:nvSpPr>
        <p:spPr>
          <a:xfrm>
            <a:off x="457200" y="4316671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 Cabezas Licera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PROBLEMA RESUELVE?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347472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distribuida difícil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servicios deben reaccionar simultáneamente a emergencias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Fallos de conectividad en campo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 no sincronizados entre sistemas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 insuficiente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4114800" cy="3474720"/>
          </a:xfrm>
          <a:prstGeom prst="rect">
            <a:avLst/>
          </a:prstGeom>
          <a:solidFill>
            <a:srgbClr val="E8F5E9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493776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4630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orientada a eventos (Kafka)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desacoplados e independientes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asíncrono y paralelo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 eventual entre servicios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err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r>
              <a:rPr lang="en-US" sz="13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RBAC + ABAC con JWT + MFA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E8A2F16-E0BA-5C00-4954-1EEB9092B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0"/>
            <a:ext cx="77795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74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ESTILOS ARQUITECTÓNICOS APLICADOS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en: Nivel de sistema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independientes con BD propia, ciclo de vida autónomo y despliegue individual en contenedores Docker.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60520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4846320" y="1005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Architecture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en: Comunicación inter-servicios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164592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como event bus central. Los servicios se comunican mediante eventos asincrónicos — no se llaman directamente.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97180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4160520" cy="4114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/>
          <p:nvPr/>
        </p:nvSpPr>
        <p:spPr>
          <a:xfrm>
            <a:off x="411480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3429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en: Interno de cada servicio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36576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estricta: Dominio → Aplicación → Infraestructura. El dominio no conoce Spring, Kafka ni PostgreSQL.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971800"/>
            <a:ext cx="41605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0" name="Shape 18"/>
          <p:cNvSpPr/>
          <p:nvPr/>
        </p:nvSpPr>
        <p:spPr>
          <a:xfrm>
            <a:off x="4709160" y="2971800"/>
            <a:ext cx="4160520" cy="4114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4846320" y="3017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Hexagonal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429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 en: Interno de cada servicio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36576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Puertos y Adaptadores. El dominio define interfaces (puertos), la infraestructura provee implementaciones (adaptadores).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fundamental de dependencias: Dominio ← Aplicación ← Infraestructura  |  Las dependencias siempre apuntan hacia adentro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fundamental de dependencias: Dominio ← Aplicación ← Infraestructura  |  Las dependencias siempre apuntan hacia adentro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INTERNA — CLEAN + HEXAGONAL (por servicio)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54864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infrastructure/adapter/in/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Controllers · Kafka Consumers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4206240" cy="548640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infrastructure/adapter/out/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019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Repositories · Kafka Producers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2240280"/>
            <a:ext cx="4206240" cy="5486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application/usecase/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542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de casos de uso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4206240" cy="548640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457200" y="2926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domain/port/in/ + out/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1821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— contratos del dominio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3520440"/>
            <a:ext cx="4206240" cy="5486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domain/model/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8221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y Value Objects — Java puro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4160520"/>
            <a:ext cx="4206240" cy="54864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457200" y="4206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domain/service/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4622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 pura — sin frameworks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Emergency Service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1417320"/>
            <a:ext cx="73152" cy="41148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/>
          <p:nvPr/>
        </p:nvSpPr>
        <p:spPr>
          <a:xfrm>
            <a:off x="4919472" y="1417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(in/rest)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19472" y="160934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EmergencyController → llama al UseCase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1984248"/>
            <a:ext cx="73152" cy="411480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4919472" y="19842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Consumer (in/kafka)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19472" y="21762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(N/A — solo produce eventos)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551176"/>
            <a:ext cx="73152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/>
          <p:nvPr/>
        </p:nvSpPr>
        <p:spPr>
          <a:xfrm>
            <a:off x="4919472" y="25511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UseCase (application)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19472" y="27432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CreateEmergencyUseCaseImpl → orquesta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3118104"/>
            <a:ext cx="73152" cy="411480"/>
          </a:xfrm>
          <a:prstGeom prst="rect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4" name="Text 32"/>
          <p:cNvSpPr/>
          <p:nvPr/>
        </p:nvSpPr>
        <p:spPr>
          <a:xfrm>
            <a:off x="4919472" y="31181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(domain/port)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19472" y="33101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CreateEmergencyUseCase (interfaz)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3685032"/>
            <a:ext cx="73152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7" name="Text 35"/>
          <p:cNvSpPr/>
          <p:nvPr/>
        </p:nvSpPr>
        <p:spPr>
          <a:xfrm>
            <a:off x="4919472" y="36850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(domain/model)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19472" y="387705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Emergency, Location, EmergencyPriority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4251960"/>
            <a:ext cx="73152" cy="411480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0" name="Text 38"/>
          <p:cNvSpPr/>
          <p:nvPr/>
        </p:nvSpPr>
        <p:spPr>
          <a:xfrm>
            <a:off x="4919472" y="4251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(domain/service)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19472" y="444398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EmergencyDomainService → valida ABAC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MICROSERVICIOS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71856" y="914400"/>
            <a:ext cx="2148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371856" y="914400"/>
            <a:ext cx="2148840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463296" y="9784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34896" y="1389888"/>
            <a:ext cx="594360" cy="201168"/>
          </a:xfrm>
          <a:prstGeom prst="rect">
            <a:avLst/>
          </a:prstGeom>
          <a:solidFill>
            <a:srgbClr val="ECEFF1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/>
          <p:nvPr/>
        </p:nvSpPr>
        <p:spPr>
          <a:xfrm>
            <a:off x="1834896" y="13898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63296" y="1444752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RS256 · MFA (TOTP) · Login · Refresh token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1736" y="914400"/>
            <a:ext cx="2148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3221736" y="914400"/>
            <a:ext cx="2148840" cy="4572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3313176" y="9784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84776" y="1389888"/>
            <a:ext cx="594360" cy="201168"/>
          </a:xfrm>
          <a:prstGeom prst="rect">
            <a:avLst/>
          </a:prstGeom>
          <a:solidFill>
            <a:srgbClr val="ECEFF1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4684776" y="13898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13176" y="1444752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única · Validación JWT · RBAC por endpoint · Ruteo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0112" y="914400"/>
            <a:ext cx="2148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6230112" y="914400"/>
            <a:ext cx="2148840" cy="45720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6321552" y="9784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Service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93152" y="1389888"/>
            <a:ext cx="594360" cy="201168"/>
          </a:xfrm>
          <a:prstGeom prst="rect">
            <a:avLst/>
          </a:prstGeom>
          <a:solidFill>
            <a:srgbClr val="ECEFF1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/>
          <p:nvPr/>
        </p:nvSpPr>
        <p:spPr>
          <a:xfrm>
            <a:off x="7693152" y="13898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321552" y="1444752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emergencias · Validación ABAC · Publica eventos Kafka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09800" y="2923032"/>
            <a:ext cx="2148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3" name="Shape 21"/>
          <p:cNvSpPr/>
          <p:nvPr/>
        </p:nvSpPr>
        <p:spPr>
          <a:xfrm>
            <a:off x="2209800" y="2923032"/>
            <a:ext cx="214884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2301240" y="29870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Service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72840" y="3398520"/>
            <a:ext cx="594360" cy="201168"/>
          </a:xfrm>
          <a:prstGeom prst="rect">
            <a:avLst/>
          </a:prstGeom>
          <a:solidFill>
            <a:srgbClr val="ECEFF1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/>
          <p:nvPr/>
        </p:nvSpPr>
        <p:spPr>
          <a:xfrm>
            <a:off x="3672840" y="339852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301240" y="3453384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Telemetría · Watchdog offline · Umbrales batería · Estado flota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94732" y="2944368"/>
            <a:ext cx="2148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9" name="Shape 27"/>
          <p:cNvSpPr/>
          <p:nvPr/>
        </p:nvSpPr>
        <p:spPr>
          <a:xfrm>
            <a:off x="5094732" y="2944368"/>
            <a:ext cx="214884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0" name="Text 28"/>
          <p:cNvSpPr/>
          <p:nvPr/>
        </p:nvSpPr>
        <p:spPr>
          <a:xfrm>
            <a:off x="5186172" y="30083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Service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57772" y="3419856"/>
            <a:ext cx="594360" cy="201168"/>
          </a:xfrm>
          <a:prstGeom prst="rect">
            <a:avLst/>
          </a:prstGeom>
          <a:solidFill>
            <a:srgbClr val="ECEFF1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30"/>
          <p:cNvSpPr/>
          <p:nvPr/>
        </p:nvSpPr>
        <p:spPr>
          <a:xfrm>
            <a:off x="6557772" y="341985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546E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:8084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86172" y="3474720"/>
            <a:ext cx="1965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scoring · CQRS local · Graceful handoff · Timeouts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PRINCIPAL — NUEVA EMERGENCIA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1005840"/>
            <a:ext cx="11430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37160" y="1005840"/>
            <a:ext cx="114300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137160" y="102412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" y="14173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Angular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2103120"/>
            <a:ext cx="1051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crea emergencia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/emergencies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34440" y="23317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44168" y="1005840"/>
            <a:ext cx="11430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1344168" y="1005840"/>
            <a:ext cx="1143000" cy="3657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1344168" y="102412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89888" y="14173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89888" y="2103120"/>
            <a:ext cx="1051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JWT + RBAC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rol y región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441448" y="23317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51176" y="1005840"/>
            <a:ext cx="11430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2551176" y="1005840"/>
            <a:ext cx="1143000" cy="3657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2551176" y="102412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596896" y="14173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Service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96896" y="2103120"/>
            <a:ext cx="1051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ABAC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en EmergencyDB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48456" y="23317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758184" y="1005840"/>
            <a:ext cx="11430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3" name="Shape 21"/>
          <p:cNvSpPr/>
          <p:nvPr/>
        </p:nvSpPr>
        <p:spPr>
          <a:xfrm>
            <a:off x="3758184" y="1005840"/>
            <a:ext cx="1143000" cy="3657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3758184" y="102412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03904" y="14173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03904" y="2103120"/>
            <a:ext cx="1051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emergency.created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55464" y="23317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965192" y="1005840"/>
            <a:ext cx="11430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9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9" name="Shape 27"/>
          <p:cNvSpPr/>
          <p:nvPr/>
        </p:nvSpPr>
        <p:spPr>
          <a:xfrm>
            <a:off x="4965192" y="1005840"/>
            <a:ext cx="1143000" cy="36576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0" name="Text 28"/>
          <p:cNvSpPr/>
          <p:nvPr/>
        </p:nvSpPr>
        <p:spPr>
          <a:xfrm>
            <a:off x="4965192" y="102412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10912" y="14173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Service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10912" y="2103120"/>
            <a:ext cx="1051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 evento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algoritmo scoring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062472" y="23317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72200" y="1005840"/>
            <a:ext cx="11430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5" name="Shape 33"/>
          <p:cNvSpPr/>
          <p:nvPr/>
        </p:nvSpPr>
        <p:spPr>
          <a:xfrm>
            <a:off x="6172200" y="1005840"/>
            <a:ext cx="1143000" cy="3657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6" name="Text 34"/>
          <p:cNvSpPr/>
          <p:nvPr/>
        </p:nvSpPr>
        <p:spPr>
          <a:xfrm>
            <a:off x="6172200" y="102412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217920" y="14173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17920" y="2103120"/>
            <a:ext cx="1051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mission.assigned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269480" y="2331720"/>
            <a:ext cx="164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379208" y="1005840"/>
            <a:ext cx="11430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41" name="Shape 39"/>
          <p:cNvSpPr/>
          <p:nvPr/>
        </p:nvSpPr>
        <p:spPr>
          <a:xfrm>
            <a:off x="7379208" y="1005840"/>
            <a:ext cx="1143000" cy="3657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2" name="Text 40"/>
          <p:cNvSpPr/>
          <p:nvPr/>
        </p:nvSpPr>
        <p:spPr>
          <a:xfrm>
            <a:off x="7379208" y="1024128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424928" y="14173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24928" y="2103120"/>
            <a:ext cx="1051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 err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Actualizan</a:t>
            </a: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4526280"/>
            <a:ext cx="9144000" cy="6126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6" name="Text 44"/>
          <p:cNvSpPr/>
          <p:nvPr/>
        </p:nvSpPr>
        <p:spPr>
          <a:xfrm>
            <a:off x="274320" y="46177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Kafka desacopla completamente los servicios — Emergency Service publica UNA VEZ y múltiples servicios reaccionan en paralelo de forma independiente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— JWT RS256 + MFA + RBAC + ABAC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743200" cy="3657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365760" y="9418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Payload (RS256)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25603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"role": "OPERATOR"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"region": "LIMA_NORTE"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"clearance_level": 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"allowed_mission_types":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["RESCUE","MEDICAL"]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"organization_id": "ORG-001"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91440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3291840" y="914400"/>
            <a:ext cx="265176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3383280" y="94183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Roles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353312"/>
            <a:ext cx="822960" cy="2926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3383280" y="13624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279392" y="137160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total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83280" y="1755648"/>
            <a:ext cx="822960" cy="2926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/>
          <p:nvPr/>
        </p:nvSpPr>
        <p:spPr>
          <a:xfrm>
            <a:off x="3383280" y="17647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279392" y="177393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</a:t>
            </a:r>
            <a:r>
              <a:rPr lang="en-US" sz="950" dirty="0" err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</a:t>
            </a: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950" dirty="0" err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</a:t>
            </a: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emergencias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83280" y="2157984"/>
            <a:ext cx="822960" cy="2926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3383280" y="21671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279392" y="217627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</a:t>
            </a:r>
            <a:r>
              <a:rPr lang="en-US" sz="950" dirty="0" err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emergencias</a:t>
            </a: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solo </a:t>
            </a:r>
            <a:r>
              <a:rPr lang="en-US" sz="950" dirty="0" err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region, </a:t>
            </a:r>
            <a:r>
              <a:rPr lang="en-US" sz="950" dirty="0" err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</a:t>
            </a: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misiones</a:t>
            </a: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drones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83280" y="2560320"/>
            <a:ext cx="82296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3383280" y="25694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DRONE_TECH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279392" y="257860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drones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83280" y="2962656"/>
            <a:ext cx="822960" cy="29260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/>
          <p:nvPr/>
        </p:nvSpPr>
        <p:spPr>
          <a:xfrm>
            <a:off x="3383280" y="29718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279392" y="298094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lectura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26480" y="91440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7" name="Shape 25"/>
          <p:cNvSpPr/>
          <p:nvPr/>
        </p:nvSpPr>
        <p:spPr>
          <a:xfrm>
            <a:off x="6126480" y="914400"/>
            <a:ext cx="2743200" cy="3657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/>
          <p:nvPr/>
        </p:nvSpPr>
        <p:spPr>
          <a:xfrm>
            <a:off x="6217920" y="94183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ABAC — Reglas clave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13533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ABAC-01: OPERATOR solo crea en su región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17920" y="1700784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ABAC-02: CRITICAL requiere clearance ≥ 3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17920" y="2048256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ABAC-03: SUPERVISOR solo su organización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17920" y="239572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ABAC-04: Tipo de misión vs allowed_types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17920" y="27432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ABAC-05: Reasign manual requiere CL ≥ 3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17920" y="309067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ABAC-08: Ubicación en vivo requiere CL ≥ 2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657600"/>
            <a:ext cx="8595360" cy="777240"/>
          </a:xfrm>
          <a:prstGeom prst="rect">
            <a:avLst/>
          </a:prstGeom>
          <a:solidFill>
            <a:srgbClr val="EDE7F6"/>
          </a:solidFill>
          <a:ln w="127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6" name="Text 34"/>
          <p:cNvSpPr/>
          <p:nvPr/>
        </p:nvSpPr>
        <p:spPr>
          <a:xfrm>
            <a:off x="457200" y="3721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MFA: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554480" y="372160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MFA_REQUIRED + tempToken → Usuario ingresa código TOTP (Google Authenticator, 30s) → Auth Service valida TOTP → JWT firmado con RS256 → access_token (15min) + refresh_token (8h)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617720"/>
            <a:ext cx="9144000" cy="5212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9" name="Text 37"/>
          <p:cNvSpPr/>
          <p:nvPr/>
        </p:nvSpPr>
        <p:spPr>
          <a:xfrm>
            <a:off x="274320" y="4681728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valida RBAC (groeso) → Microservicio valida ABAC (fino con contexto de negocio)  |  Los microservicios NO re-parsean el JWT — leen headers propagados por el Gateway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2103120" cy="2505456"/>
          </a:xfrm>
          <a:prstGeom prst="rect">
            <a:avLst/>
          </a:prstGeom>
          <a:solidFill>
            <a:srgbClr val="F5F7FA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210312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274320" y="950976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3898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Java 17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172821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Spring Boot 3.2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206654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Spring Security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240487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Apache Kafka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28072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GoogleAuth (TOTP)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23160" y="914400"/>
            <a:ext cx="2103120" cy="2505456"/>
          </a:xfrm>
          <a:prstGeom prst="rect">
            <a:avLst/>
          </a:prstGeom>
          <a:solidFill>
            <a:srgbClr val="F5F7FA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8" name="Shape 16"/>
          <p:cNvSpPr/>
          <p:nvPr/>
        </p:nvSpPr>
        <p:spPr>
          <a:xfrm>
            <a:off x="2423160" y="914400"/>
            <a:ext cx="2103120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/>
          <p:nvPr/>
        </p:nvSpPr>
        <p:spPr>
          <a:xfrm>
            <a:off x="2514600" y="950976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14600" y="13898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Angular 18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14600" y="172821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Angular Material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514600" y="206654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TypeScript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914400"/>
            <a:ext cx="2103120" cy="2505456"/>
          </a:xfrm>
          <a:prstGeom prst="rect">
            <a:avLst/>
          </a:prstGeom>
          <a:solidFill>
            <a:srgbClr val="F5F7FA"/>
          </a:solidFill>
          <a:ln w="127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30" name="Shape 28"/>
          <p:cNvSpPr/>
          <p:nvPr/>
        </p:nvSpPr>
        <p:spPr>
          <a:xfrm>
            <a:off x="4663440" y="914400"/>
            <a:ext cx="2103120" cy="4114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/>
          <p:nvPr/>
        </p:nvSpPr>
        <p:spPr>
          <a:xfrm>
            <a:off x="4754880" y="950976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754880" y="13898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54880" y="172821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 Compose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54880" y="206654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PostgreSQL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54880" y="240487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Apache Kafka 7.5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54880" y="27432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Kafka UI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54880" y="308152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Nginx (frontend)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903720" y="914400"/>
            <a:ext cx="2103120" cy="2478024"/>
          </a:xfrm>
          <a:prstGeom prst="rect">
            <a:avLst/>
          </a:prstGeom>
          <a:solidFill>
            <a:srgbClr val="F5F7FA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42" name="Shape 40"/>
          <p:cNvSpPr/>
          <p:nvPr/>
        </p:nvSpPr>
        <p:spPr>
          <a:xfrm>
            <a:off x="6903720" y="914400"/>
            <a:ext cx="2103120" cy="4114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43" name="Text 41"/>
          <p:cNvSpPr/>
          <p:nvPr/>
        </p:nvSpPr>
        <p:spPr>
          <a:xfrm>
            <a:off x="6995160" y="950976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&amp; Diseño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95160" y="13898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Microservicios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995160" y="172821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Event-Driven Architecture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995160" y="206654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Clean Architecture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995160" y="240487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Hexagonal (Ports &amp; Adapters)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995160" y="27432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CQRS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995160" y="29977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RBAC + ABAC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ARQUITECTÓNICAS (ADR)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85520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5" name="Shape 3"/>
          <p:cNvSpPr/>
          <p:nvPr/>
        </p:nvSpPr>
        <p:spPr>
          <a:xfrm>
            <a:off x="182880" y="985520"/>
            <a:ext cx="425196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292608" y="102209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ADR-001 — Kafka como Event Bus Central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2608" y="1387856"/>
            <a:ext cx="4069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servicios deben reaccionar simultáneamente. Kafka publica una vez y múltiples consumers reaccionan en paralelo e independiente. REST síncrono crearía acoplamiento temporal y puntos de fallo.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985520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9" name="Shape 7"/>
          <p:cNvSpPr/>
          <p:nvPr/>
        </p:nvSpPr>
        <p:spPr>
          <a:xfrm>
            <a:off x="4663440" y="985520"/>
            <a:ext cx="42519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0" name="Text 8"/>
          <p:cNvSpPr/>
          <p:nvPr/>
        </p:nvSpPr>
        <p:spPr>
          <a:xfrm>
            <a:off x="4773168" y="102209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ADR-002 — Proyección CQRS Local en Mission Service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73168" y="1387856"/>
            <a:ext cx="4069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Service mantiene su propia tabla de drones actualizada via eventos. Elimina llamadas REST sincrónicas a Drone Service — sin dependencia temporal, sin punto de fallo.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" y="2308352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182880" y="2308352"/>
            <a:ext cx="4251960" cy="3474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/>
          <p:nvPr/>
        </p:nvSpPr>
        <p:spPr>
          <a:xfrm>
            <a:off x="292608" y="234492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ADR-003 — ABAC en el Microservicio, no en el Gateway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2608" y="2710688"/>
            <a:ext cx="4069080" cy="642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ABAC requieren contexto de negocio (región de emergencia vs región del token). El Gateway solo tiene el token — no tiene los datos del recurso. La validación fina vive donde corresponde.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308352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17" name="Shape 15"/>
          <p:cNvSpPr/>
          <p:nvPr/>
        </p:nvSpPr>
        <p:spPr>
          <a:xfrm>
            <a:off x="4663440" y="2308352"/>
            <a:ext cx="4251960" cy="3474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4773168" y="234492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ADR-004 — RS256 (Asimétrico) para JWT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73168" y="2710688"/>
            <a:ext cx="4069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servicios validan tokens. Auth Service firma con clave privada y cada servicio valida con clave pública. Nadie más necesita la clave privada → menor superficie de </a:t>
            </a:r>
            <a:r>
              <a:rPr lang="en-US" sz="1000" dirty="0" err="1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ataque</a:t>
            </a: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0" y="3621024"/>
            <a:ext cx="4572000" cy="1326896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PE"/>
          </a:p>
        </p:txBody>
      </p:sp>
      <p:sp>
        <p:nvSpPr>
          <p:cNvPr id="21" name="Shape 19"/>
          <p:cNvSpPr/>
          <p:nvPr/>
        </p:nvSpPr>
        <p:spPr>
          <a:xfrm>
            <a:off x="2286000" y="3631184"/>
            <a:ext cx="457200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/>
          <p:nvPr/>
        </p:nvSpPr>
        <p:spPr>
          <a:xfrm>
            <a:off x="2395728" y="36779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ADR-005 — Configuración en Dos Niveles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95728" y="4043680"/>
            <a:ext cx="4389120" cy="781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1: application.yml con valores por defecto. Nivel 2: variables de entorno Docker Compose sobreescriben sin recompilar. Timeouts y umbrales son configurables en runtime.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4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AeroRescue demuestra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Enterprise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54864" cy="27432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/>
          <p:nvPr/>
        </p:nvSpPr>
        <p:spPr>
          <a:xfrm>
            <a:off x="621792" y="2468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Desacoplamiento real: 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42032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que no se llaman — se comunican por eventos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871216"/>
            <a:ext cx="54864" cy="27432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/>
          <p:nvPr/>
        </p:nvSpPr>
        <p:spPr>
          <a:xfrm>
            <a:off x="621792" y="28712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 operativa: 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42032" y="28712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reacciona automáticamente ante fallos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73552"/>
            <a:ext cx="54864" cy="27432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/>
          <p:nvPr/>
        </p:nvSpPr>
        <p:spPr>
          <a:xfrm>
            <a:off x="621792" y="32735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enterprise: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42032" y="32735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ABAC + MFA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54864" cy="27432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/>
          <p:nvPr/>
        </p:nvSpPr>
        <p:spPr>
          <a:xfrm>
            <a:off x="621792" y="3657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externalizada: 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42032" y="3645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operativos sin recompilar código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59936"/>
            <a:ext cx="54864" cy="27432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/>
          <p:nvPr/>
        </p:nvSpPr>
        <p:spPr>
          <a:xfrm>
            <a:off x="621792" y="40599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+ Hexagonal: 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42032" y="40599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puro — independiente de Spring y Kafka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930</TotalTime>
  <Words>1093</Words>
  <Application>Microsoft Office PowerPoint</Application>
  <PresentationFormat>Presentación en pantalla (16:9)</PresentationFormat>
  <Paragraphs>200</Paragraphs>
  <Slides>11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AeroRescue — Arquitectura de Software</dc:title>
  <dc:subject>PptxGenJS Presentation</dc:subject>
  <dc:creator>PptxGenJS</dc:creator>
  <cp:lastModifiedBy>Karen Cabezas Licera</cp:lastModifiedBy>
  <cp:revision>11</cp:revision>
  <dcterms:created xsi:type="dcterms:W3CDTF">2026-05-21T14:01:33Z</dcterms:created>
  <dcterms:modified xsi:type="dcterms:W3CDTF">2026-05-22T23:34:50Z</dcterms:modified>
</cp:coreProperties>
</file>